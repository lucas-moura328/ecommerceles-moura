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74" r:id="rId4"/>
    <p:sldId id="278" r:id="rId5"/>
    <p:sldId id="275" r:id="rId6"/>
    <p:sldId id="279" r:id="rId7"/>
  </p:sldIdLst>
  <p:sldSz cx="18288000" cy="10287000"/>
  <p:notesSz cx="6858000" cy="9144000"/>
  <p:embeddedFontLst>
    <p:embeddedFont>
      <p:font typeface="Blinker" panose="020B0604020202020204" charset="0"/>
      <p:bold r:id="rId9"/>
    </p:embeddedFont>
    <p:embeddedFont>
      <p:font typeface="League Spartan" panose="020B0604020202020204" charset="0"/>
      <p:bold r:id="rId10"/>
    </p:embeddedFont>
    <p:embeddedFont>
      <p:font typeface="League Spartan ExtraBold" panose="020B0604020202020204" charset="0"/>
      <p:bold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3F7F"/>
    <a:srgbClr val="FF77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9A0B9CA-3001-4300-81F6-6C451510DCC4}">
  <a:tblStyle styleId="{89A0B9CA-3001-4300-81F6-6C451510DCC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376" autoAdjust="0"/>
    <p:restoredTop sz="94660"/>
  </p:normalViewPr>
  <p:slideViewPr>
    <p:cSldViewPr snapToGrid="0">
      <p:cViewPr>
        <p:scale>
          <a:sx n="66" d="100"/>
          <a:sy n="66" d="100"/>
        </p:scale>
        <p:origin x="744" y="22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320683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259C33F4-56ED-A6A4-E328-6A7DDF5B0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>
            <a:extLst>
              <a:ext uri="{FF2B5EF4-FFF2-40B4-BE49-F238E27FC236}">
                <a16:creationId xmlns:a16="http://schemas.microsoft.com/office/drawing/2014/main" id="{0AA3BA3D-B0A6-CC9F-0822-2554E88C8A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3:notes">
            <a:extLst>
              <a:ext uri="{FF2B5EF4-FFF2-40B4-BE49-F238E27FC236}">
                <a16:creationId xmlns:a16="http://schemas.microsoft.com/office/drawing/2014/main" id="{7969DAC9-9D83-8A09-9DD8-315B2B8D52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843850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34502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2BC1271B-C0FA-0E8C-386D-652864F18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>
            <a:extLst>
              <a:ext uri="{FF2B5EF4-FFF2-40B4-BE49-F238E27FC236}">
                <a16:creationId xmlns:a16="http://schemas.microsoft.com/office/drawing/2014/main" id="{D810B27D-A3FF-1C67-CD4F-32032D35B1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3:notes">
            <a:extLst>
              <a:ext uri="{FF2B5EF4-FFF2-40B4-BE49-F238E27FC236}">
                <a16:creationId xmlns:a16="http://schemas.microsoft.com/office/drawing/2014/main" id="{1D1D1DD0-0434-D99E-EE1F-543A2146BD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245053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F7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48238" y="-2054800"/>
            <a:ext cx="5597799" cy="538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4206612" y="6689163"/>
            <a:ext cx="7373674" cy="707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499471" y="-1959550"/>
            <a:ext cx="18708941" cy="155573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5397600" y="3183556"/>
            <a:ext cx="7492800" cy="1831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 i="0" u="none" strike="noStrike" cap="none" dirty="0">
                <a:solidFill>
                  <a:srgbClr val="343F7F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MOURA</a:t>
            </a:r>
            <a:endParaRPr sz="10000" dirty="0">
              <a:solidFill>
                <a:srgbClr val="343F7F"/>
              </a:solidFill>
              <a:latin typeface="League Spartan ExtraBold"/>
              <a:ea typeface="League Spartan ExtraBold"/>
              <a:cs typeface="League Spartan ExtraBold"/>
              <a:sym typeface="League Spartan ExtraBold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4504099" y="5142068"/>
            <a:ext cx="8701800" cy="1323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53" dirty="0">
                <a:solidFill>
                  <a:srgbClr val="FF779A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CAMISETAS</a:t>
            </a:r>
            <a:endParaRPr sz="2400" dirty="0">
              <a:solidFill>
                <a:srgbClr val="FF779A"/>
              </a:solidFill>
              <a:latin typeface="League Spartan ExtraBold"/>
              <a:ea typeface="League Spartan ExtraBold"/>
              <a:cs typeface="League Spartan ExtraBold"/>
              <a:sym typeface="League Spartan ExtraBold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4920252" y="6689163"/>
            <a:ext cx="7869494" cy="639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99" b="1" dirty="0">
                <a:solidFill>
                  <a:srgbClr val="343F7F"/>
                </a:solidFill>
                <a:latin typeface="Blinker"/>
                <a:sym typeface="Blinker"/>
              </a:rPr>
              <a:t>LUCAS JOSÉ DE ALMEIDA MOURA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F7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4"/>
          <p:cNvGrpSpPr/>
          <p:nvPr/>
        </p:nvGrpSpPr>
        <p:grpSpPr>
          <a:xfrm>
            <a:off x="498283" y="353622"/>
            <a:ext cx="17291434" cy="9435095"/>
            <a:chOff x="0" y="-38100"/>
            <a:chExt cx="4554123" cy="2484963"/>
          </a:xfrm>
        </p:grpSpPr>
        <p:sp>
          <p:nvSpPr>
            <p:cNvPr id="95" name="Google Shape;95;p14"/>
            <p:cNvSpPr/>
            <p:nvPr/>
          </p:nvSpPr>
          <p:spPr>
            <a:xfrm>
              <a:off x="0" y="0"/>
              <a:ext cx="4554122" cy="2446863"/>
            </a:xfrm>
            <a:custGeom>
              <a:avLst/>
              <a:gdLst/>
              <a:ahLst/>
              <a:cxnLst/>
              <a:rect l="l" t="t" r="r" b="b"/>
              <a:pathLst>
                <a:path w="4554122" h="2446863" extrusionOk="0">
                  <a:moveTo>
                    <a:pt x="0" y="0"/>
                  </a:moveTo>
                  <a:lnTo>
                    <a:pt x="4554122" y="0"/>
                  </a:lnTo>
                  <a:lnTo>
                    <a:pt x="4554122" y="2446863"/>
                  </a:lnTo>
                  <a:lnTo>
                    <a:pt x="0" y="24468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3825" cap="sq" cmpd="sng">
              <a:solidFill>
                <a:srgbClr val="BCFFB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6" name="Google Shape;96;p14"/>
            <p:cNvSpPr txBox="1"/>
            <p:nvPr/>
          </p:nvSpPr>
          <p:spPr>
            <a:xfrm>
              <a:off x="0" y="-38100"/>
              <a:ext cx="4554123" cy="24849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7" name="Google Shape;9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33083" y="3380592"/>
            <a:ext cx="3185775" cy="318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03721" y="3380592"/>
            <a:ext cx="3185775" cy="318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4358" y="3380592"/>
            <a:ext cx="3185775" cy="318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1697662" y="1096299"/>
            <a:ext cx="14892600" cy="1702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60" b="1" i="0" u="none" strike="noStrike" cap="none" dirty="0">
                <a:solidFill>
                  <a:srgbClr val="BCFFB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FRONT-END</a:t>
            </a:r>
            <a:endParaRPr sz="3700" dirty="0"/>
          </a:p>
        </p:txBody>
      </p:sp>
      <p:sp>
        <p:nvSpPr>
          <p:cNvPr id="104" name="Google Shape;104;p14"/>
          <p:cNvSpPr txBox="1"/>
          <p:nvPr/>
        </p:nvSpPr>
        <p:spPr>
          <a:xfrm>
            <a:off x="475548" y="6795865"/>
            <a:ext cx="6399900" cy="639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99" b="1" i="0" u="none" strike="noStrike" cap="none" dirty="0">
                <a:solidFill>
                  <a:srgbClr val="FF779A"/>
                </a:solidFill>
                <a:latin typeface="Blinker"/>
                <a:ea typeface="Blinker"/>
                <a:cs typeface="Blinker"/>
                <a:sym typeface="Blinker"/>
              </a:rPr>
              <a:t>HTML5, CSS3</a:t>
            </a:r>
            <a:endParaRPr dirty="0"/>
          </a:p>
        </p:txBody>
      </p:sp>
      <p:sp>
        <p:nvSpPr>
          <p:cNvPr id="105" name="Google Shape;105;p14"/>
          <p:cNvSpPr txBox="1"/>
          <p:nvPr/>
        </p:nvSpPr>
        <p:spPr>
          <a:xfrm>
            <a:off x="5944084" y="6795865"/>
            <a:ext cx="6399900" cy="639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99" b="1" i="0" u="none" strike="noStrike" cap="none" dirty="0">
                <a:solidFill>
                  <a:srgbClr val="FF779A"/>
                </a:solidFill>
                <a:latin typeface="Blinker"/>
                <a:ea typeface="Blinker"/>
                <a:cs typeface="Blinker"/>
                <a:sym typeface="Blinker"/>
              </a:rPr>
              <a:t>ANGULAR</a:t>
            </a:r>
            <a:endParaRPr dirty="0"/>
          </a:p>
        </p:txBody>
      </p:sp>
      <p:sp>
        <p:nvSpPr>
          <p:cNvPr id="106" name="Google Shape;106;p14"/>
          <p:cNvSpPr txBox="1"/>
          <p:nvPr/>
        </p:nvSpPr>
        <p:spPr>
          <a:xfrm>
            <a:off x="11412620" y="6795865"/>
            <a:ext cx="6399900" cy="639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99" b="1" i="0" u="none" strike="noStrike" cap="none" dirty="0">
                <a:solidFill>
                  <a:srgbClr val="FF779A"/>
                </a:solidFill>
                <a:latin typeface="Blinker"/>
                <a:ea typeface="Blinker"/>
                <a:cs typeface="Blinker"/>
                <a:sym typeface="Blinker"/>
              </a:rPr>
              <a:t>TAILWIND</a:t>
            </a:r>
            <a:endParaRPr dirty="0"/>
          </a:p>
        </p:txBody>
      </p:sp>
      <p:pic>
        <p:nvPicPr>
          <p:cNvPr id="2" name="Imagem 1" descr="Tailwind Css Fill icon - Free Download PNG &amp; SVG | Streamline">
            <a:extLst>
              <a:ext uri="{FF2B5EF4-FFF2-40B4-BE49-F238E27FC236}">
                <a16:creationId xmlns:a16="http://schemas.microsoft.com/office/drawing/2014/main" id="{691EA5C5-5335-7004-2A78-A0289CBA93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99910" y="3945109"/>
            <a:ext cx="2252120" cy="2252120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C16BDB52-4575-53F8-AD03-E4450324A1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78713" y="4005507"/>
            <a:ext cx="2035790" cy="203579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DFD4FA5-F71D-2307-66E2-7411CDCA89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22162" y="4020249"/>
            <a:ext cx="1906460" cy="19064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F7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4"/>
          <p:cNvGrpSpPr/>
          <p:nvPr/>
        </p:nvGrpSpPr>
        <p:grpSpPr>
          <a:xfrm>
            <a:off x="498283" y="353622"/>
            <a:ext cx="17291434" cy="9435095"/>
            <a:chOff x="0" y="-38100"/>
            <a:chExt cx="4554123" cy="2484963"/>
          </a:xfrm>
        </p:grpSpPr>
        <p:sp>
          <p:nvSpPr>
            <p:cNvPr id="95" name="Google Shape;95;p14"/>
            <p:cNvSpPr/>
            <p:nvPr/>
          </p:nvSpPr>
          <p:spPr>
            <a:xfrm>
              <a:off x="0" y="0"/>
              <a:ext cx="4554122" cy="2446863"/>
            </a:xfrm>
            <a:custGeom>
              <a:avLst/>
              <a:gdLst/>
              <a:ahLst/>
              <a:cxnLst/>
              <a:rect l="l" t="t" r="r" b="b"/>
              <a:pathLst>
                <a:path w="4554122" h="2446863" extrusionOk="0">
                  <a:moveTo>
                    <a:pt x="0" y="0"/>
                  </a:moveTo>
                  <a:lnTo>
                    <a:pt x="4554122" y="0"/>
                  </a:lnTo>
                  <a:lnTo>
                    <a:pt x="4554122" y="2446863"/>
                  </a:lnTo>
                  <a:lnTo>
                    <a:pt x="0" y="24468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3825" cap="sq" cmpd="sng">
              <a:solidFill>
                <a:srgbClr val="BCFFB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6" name="Google Shape;96;p14"/>
            <p:cNvSpPr txBox="1"/>
            <p:nvPr/>
          </p:nvSpPr>
          <p:spPr>
            <a:xfrm>
              <a:off x="0" y="-38100"/>
              <a:ext cx="4554123" cy="24849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8" name="Google Shape;9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96794" y="3397217"/>
            <a:ext cx="3185775" cy="318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7431" y="3397217"/>
            <a:ext cx="3185775" cy="318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1697662" y="1096299"/>
            <a:ext cx="14892600" cy="1702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60" b="1" dirty="0">
                <a:solidFill>
                  <a:srgbClr val="BCFFB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BACK</a:t>
            </a:r>
            <a:r>
              <a:rPr lang="en-US" sz="10060" b="1" i="0" u="none" strike="noStrike" cap="none" dirty="0">
                <a:solidFill>
                  <a:srgbClr val="BCFFB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-END</a:t>
            </a:r>
            <a:endParaRPr sz="3700" dirty="0"/>
          </a:p>
        </p:txBody>
      </p:sp>
      <p:sp>
        <p:nvSpPr>
          <p:cNvPr id="104" name="Google Shape;104;p14"/>
          <p:cNvSpPr txBox="1"/>
          <p:nvPr/>
        </p:nvSpPr>
        <p:spPr>
          <a:xfrm>
            <a:off x="3068621" y="6812490"/>
            <a:ext cx="6399900" cy="639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99" b="1" i="0" u="none" strike="noStrike" cap="none" dirty="0">
                <a:solidFill>
                  <a:srgbClr val="FF779A"/>
                </a:solidFill>
                <a:latin typeface="Blinker"/>
                <a:ea typeface="Blinker"/>
                <a:cs typeface="Blinker"/>
                <a:sym typeface="Blinker"/>
              </a:rPr>
              <a:t>C#</a:t>
            </a:r>
            <a:endParaRPr dirty="0"/>
          </a:p>
        </p:txBody>
      </p:sp>
      <p:sp>
        <p:nvSpPr>
          <p:cNvPr id="105" name="Google Shape;105;p14"/>
          <p:cNvSpPr txBox="1"/>
          <p:nvPr/>
        </p:nvSpPr>
        <p:spPr>
          <a:xfrm>
            <a:off x="8537157" y="6812490"/>
            <a:ext cx="6399900" cy="639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99" b="1" i="0" u="none" strike="noStrike" cap="none" dirty="0">
                <a:solidFill>
                  <a:srgbClr val="FF779A"/>
                </a:solidFill>
                <a:latin typeface="Blinker"/>
                <a:ea typeface="Blinker"/>
                <a:cs typeface="Blinker"/>
                <a:sym typeface="Blinker"/>
              </a:rPr>
              <a:t>ASP.NET CORE </a:t>
            </a:r>
            <a:endParaRPr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F3BAD41-A5A0-E1F4-E6BE-F9DE09FA7B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4583" y="3808612"/>
            <a:ext cx="2351469" cy="235146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448EA69-476F-CC4A-0B1C-87A0358BB8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11249" y="4292737"/>
            <a:ext cx="1556863" cy="1556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301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F7F"/>
        </a:solidFill>
        <a:effectLst/>
      </p:bgPr>
    </p:bg>
    <p:spTree>
      <p:nvGrpSpPr>
        <p:cNvPr id="1" name="Shape 93">
          <a:extLst>
            <a:ext uri="{FF2B5EF4-FFF2-40B4-BE49-F238E27FC236}">
              <a16:creationId xmlns:a16="http://schemas.microsoft.com/office/drawing/2014/main" id="{A13F275D-F714-F172-9A64-D5883C2D9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4">
            <a:extLst>
              <a:ext uri="{FF2B5EF4-FFF2-40B4-BE49-F238E27FC236}">
                <a16:creationId xmlns:a16="http://schemas.microsoft.com/office/drawing/2014/main" id="{C4528C22-E081-A3F1-6E8D-341C48D59FDC}"/>
              </a:ext>
            </a:extLst>
          </p:cNvPr>
          <p:cNvGrpSpPr/>
          <p:nvPr/>
        </p:nvGrpSpPr>
        <p:grpSpPr>
          <a:xfrm>
            <a:off x="498283" y="353622"/>
            <a:ext cx="17291434" cy="9435095"/>
            <a:chOff x="0" y="-38100"/>
            <a:chExt cx="4554123" cy="2484963"/>
          </a:xfrm>
        </p:grpSpPr>
        <p:sp>
          <p:nvSpPr>
            <p:cNvPr id="95" name="Google Shape;95;p14">
              <a:extLst>
                <a:ext uri="{FF2B5EF4-FFF2-40B4-BE49-F238E27FC236}">
                  <a16:creationId xmlns:a16="http://schemas.microsoft.com/office/drawing/2014/main" id="{3DCBB1C8-9D35-3669-B0D1-A2A2F89A4459}"/>
                </a:ext>
              </a:extLst>
            </p:cNvPr>
            <p:cNvSpPr/>
            <p:nvPr/>
          </p:nvSpPr>
          <p:spPr>
            <a:xfrm>
              <a:off x="0" y="0"/>
              <a:ext cx="4554122" cy="2446863"/>
            </a:xfrm>
            <a:custGeom>
              <a:avLst/>
              <a:gdLst/>
              <a:ahLst/>
              <a:cxnLst/>
              <a:rect l="l" t="t" r="r" b="b"/>
              <a:pathLst>
                <a:path w="4554122" h="2446863" extrusionOk="0">
                  <a:moveTo>
                    <a:pt x="0" y="0"/>
                  </a:moveTo>
                  <a:lnTo>
                    <a:pt x="4554122" y="0"/>
                  </a:lnTo>
                  <a:lnTo>
                    <a:pt x="4554122" y="2446863"/>
                  </a:lnTo>
                  <a:lnTo>
                    <a:pt x="0" y="24468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3825" cap="sq" cmpd="sng">
              <a:solidFill>
                <a:srgbClr val="BCFFB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6" name="Google Shape;96;p14">
              <a:extLst>
                <a:ext uri="{FF2B5EF4-FFF2-40B4-BE49-F238E27FC236}">
                  <a16:creationId xmlns:a16="http://schemas.microsoft.com/office/drawing/2014/main" id="{860CB03B-8449-10E9-BDA9-867B0EE35F58}"/>
                </a:ext>
              </a:extLst>
            </p:cNvPr>
            <p:cNvSpPr txBox="1"/>
            <p:nvPr/>
          </p:nvSpPr>
          <p:spPr>
            <a:xfrm>
              <a:off x="0" y="-38100"/>
              <a:ext cx="4554123" cy="24849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8" name="Google Shape;98;p14">
            <a:extLst>
              <a:ext uri="{FF2B5EF4-FFF2-40B4-BE49-F238E27FC236}">
                <a16:creationId xmlns:a16="http://schemas.microsoft.com/office/drawing/2014/main" id="{39BB20F5-5B84-CA36-A2EE-E887129C22C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96794" y="3397217"/>
            <a:ext cx="3185775" cy="318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>
            <a:extLst>
              <a:ext uri="{FF2B5EF4-FFF2-40B4-BE49-F238E27FC236}">
                <a16:creationId xmlns:a16="http://schemas.microsoft.com/office/drawing/2014/main" id="{4AD54B10-AABD-04F7-EB78-5CEE9BEA5CC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7431" y="3397217"/>
            <a:ext cx="3185775" cy="318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>
            <a:extLst>
              <a:ext uri="{FF2B5EF4-FFF2-40B4-BE49-F238E27FC236}">
                <a16:creationId xmlns:a16="http://schemas.microsoft.com/office/drawing/2014/main" id="{43F8DAB3-7009-0E3A-C260-173D9541D602}"/>
              </a:ext>
            </a:extLst>
          </p:cNvPr>
          <p:cNvSpPr txBox="1"/>
          <p:nvPr/>
        </p:nvSpPr>
        <p:spPr>
          <a:xfrm>
            <a:off x="1697662" y="1096299"/>
            <a:ext cx="14892600" cy="1702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60" b="1" dirty="0">
                <a:solidFill>
                  <a:srgbClr val="BCFFB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IA</a:t>
            </a:r>
            <a:endParaRPr sz="3700" dirty="0"/>
          </a:p>
        </p:txBody>
      </p:sp>
      <p:sp>
        <p:nvSpPr>
          <p:cNvPr id="104" name="Google Shape;104;p14">
            <a:extLst>
              <a:ext uri="{FF2B5EF4-FFF2-40B4-BE49-F238E27FC236}">
                <a16:creationId xmlns:a16="http://schemas.microsoft.com/office/drawing/2014/main" id="{CDC78F27-77E3-EBED-B754-C173ADA1C6A5}"/>
              </a:ext>
            </a:extLst>
          </p:cNvPr>
          <p:cNvSpPr txBox="1"/>
          <p:nvPr/>
        </p:nvSpPr>
        <p:spPr>
          <a:xfrm>
            <a:off x="3068621" y="6812490"/>
            <a:ext cx="6399900" cy="639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99" b="1" i="0" u="none" strike="noStrike" cap="none" dirty="0">
                <a:solidFill>
                  <a:srgbClr val="FF779A"/>
                </a:solidFill>
                <a:latin typeface="Blinker"/>
                <a:ea typeface="Blinker"/>
                <a:cs typeface="Blinker"/>
                <a:sym typeface="Blinker"/>
              </a:rPr>
              <a:t>CHATGPT</a:t>
            </a:r>
            <a:endParaRPr dirty="0"/>
          </a:p>
        </p:txBody>
      </p:sp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8FD26AC1-8CD0-AA9F-0DFB-2A7A73D51EDA}"/>
              </a:ext>
            </a:extLst>
          </p:cNvPr>
          <p:cNvSpPr txBox="1"/>
          <p:nvPr/>
        </p:nvSpPr>
        <p:spPr>
          <a:xfrm>
            <a:off x="8537157" y="6812490"/>
            <a:ext cx="6399900" cy="639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99" b="1" i="0" u="none" strike="noStrike" cap="none" dirty="0">
                <a:solidFill>
                  <a:srgbClr val="FF779A"/>
                </a:solidFill>
                <a:latin typeface="Blinker"/>
                <a:ea typeface="Blinker"/>
                <a:cs typeface="Blinker"/>
                <a:sym typeface="Blinker"/>
              </a:rPr>
              <a:t>GITHUB COPILOT</a:t>
            </a:r>
            <a:endParaRPr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D725FCE-1B96-6446-2D51-C7B38C6B1A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8866" y="4138652"/>
            <a:ext cx="1702903" cy="1702903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1707BA7-450B-EAC9-FC4F-E51E703A31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6689" y="3977111"/>
            <a:ext cx="2025984" cy="2025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469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F7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4"/>
          <p:cNvGrpSpPr/>
          <p:nvPr/>
        </p:nvGrpSpPr>
        <p:grpSpPr>
          <a:xfrm>
            <a:off x="498283" y="353622"/>
            <a:ext cx="17291434" cy="9435095"/>
            <a:chOff x="0" y="-38100"/>
            <a:chExt cx="4554123" cy="2484963"/>
          </a:xfrm>
        </p:grpSpPr>
        <p:sp>
          <p:nvSpPr>
            <p:cNvPr id="95" name="Google Shape;95;p14"/>
            <p:cNvSpPr/>
            <p:nvPr/>
          </p:nvSpPr>
          <p:spPr>
            <a:xfrm>
              <a:off x="0" y="0"/>
              <a:ext cx="4554122" cy="2446863"/>
            </a:xfrm>
            <a:custGeom>
              <a:avLst/>
              <a:gdLst/>
              <a:ahLst/>
              <a:cxnLst/>
              <a:rect l="l" t="t" r="r" b="b"/>
              <a:pathLst>
                <a:path w="4554122" h="2446863" extrusionOk="0">
                  <a:moveTo>
                    <a:pt x="0" y="0"/>
                  </a:moveTo>
                  <a:lnTo>
                    <a:pt x="4554122" y="0"/>
                  </a:lnTo>
                  <a:lnTo>
                    <a:pt x="4554122" y="2446863"/>
                  </a:lnTo>
                  <a:lnTo>
                    <a:pt x="0" y="24468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3825" cap="sq" cmpd="sng">
              <a:solidFill>
                <a:srgbClr val="BCFFB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6" name="Google Shape;96;p14"/>
            <p:cNvSpPr txBox="1"/>
            <p:nvPr/>
          </p:nvSpPr>
          <p:spPr>
            <a:xfrm>
              <a:off x="0" y="-38100"/>
              <a:ext cx="4554123" cy="24849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8" name="Google Shape;9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03721" y="3380592"/>
            <a:ext cx="3185775" cy="318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1697662" y="1096299"/>
            <a:ext cx="14892600" cy="1702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60" b="1" i="0" u="none" strike="noStrike" cap="none" dirty="0">
                <a:solidFill>
                  <a:srgbClr val="BCFFB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BANCO DE DADOS</a:t>
            </a:r>
            <a:endParaRPr sz="3700" dirty="0"/>
          </a:p>
        </p:txBody>
      </p:sp>
      <p:sp>
        <p:nvSpPr>
          <p:cNvPr id="105" name="Google Shape;105;p14"/>
          <p:cNvSpPr txBox="1"/>
          <p:nvPr/>
        </p:nvSpPr>
        <p:spPr>
          <a:xfrm>
            <a:off x="5944084" y="6795865"/>
            <a:ext cx="6399900" cy="639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99" b="1" i="0" u="none" strike="noStrike" cap="none" dirty="0">
                <a:solidFill>
                  <a:srgbClr val="FF779A"/>
                </a:solidFill>
                <a:latin typeface="Blinker"/>
                <a:ea typeface="Blinker"/>
                <a:cs typeface="Blinker"/>
                <a:sym typeface="Blinker"/>
              </a:rPr>
              <a:t>SQL SERVER</a:t>
            </a:r>
            <a:endParaRPr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E68C1E3-3C88-DE23-260F-B8123CF64E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4360" y="4077836"/>
            <a:ext cx="1779280" cy="177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844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F7F"/>
        </a:solidFill>
        <a:effectLst/>
      </p:bgPr>
    </p:bg>
    <p:spTree>
      <p:nvGrpSpPr>
        <p:cNvPr id="1" name="Shape 93">
          <a:extLst>
            <a:ext uri="{FF2B5EF4-FFF2-40B4-BE49-F238E27FC236}">
              <a16:creationId xmlns:a16="http://schemas.microsoft.com/office/drawing/2014/main" id="{E0C859B9-DF64-CD21-696E-4CFF26187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4">
            <a:extLst>
              <a:ext uri="{FF2B5EF4-FFF2-40B4-BE49-F238E27FC236}">
                <a16:creationId xmlns:a16="http://schemas.microsoft.com/office/drawing/2014/main" id="{7D81A281-B220-D97A-9FE4-43A449573C57}"/>
              </a:ext>
            </a:extLst>
          </p:cNvPr>
          <p:cNvGrpSpPr/>
          <p:nvPr/>
        </p:nvGrpSpPr>
        <p:grpSpPr>
          <a:xfrm>
            <a:off x="498283" y="353622"/>
            <a:ext cx="17291434" cy="9435095"/>
            <a:chOff x="0" y="-38100"/>
            <a:chExt cx="4554123" cy="2484963"/>
          </a:xfrm>
        </p:grpSpPr>
        <p:sp>
          <p:nvSpPr>
            <p:cNvPr id="95" name="Google Shape;95;p14">
              <a:extLst>
                <a:ext uri="{FF2B5EF4-FFF2-40B4-BE49-F238E27FC236}">
                  <a16:creationId xmlns:a16="http://schemas.microsoft.com/office/drawing/2014/main" id="{4E116638-34BA-E0AA-AD57-3DEA16D00656}"/>
                </a:ext>
              </a:extLst>
            </p:cNvPr>
            <p:cNvSpPr/>
            <p:nvPr/>
          </p:nvSpPr>
          <p:spPr>
            <a:xfrm>
              <a:off x="0" y="0"/>
              <a:ext cx="4554122" cy="2446863"/>
            </a:xfrm>
            <a:custGeom>
              <a:avLst/>
              <a:gdLst/>
              <a:ahLst/>
              <a:cxnLst/>
              <a:rect l="l" t="t" r="r" b="b"/>
              <a:pathLst>
                <a:path w="4554122" h="2446863" extrusionOk="0">
                  <a:moveTo>
                    <a:pt x="0" y="0"/>
                  </a:moveTo>
                  <a:lnTo>
                    <a:pt x="4554122" y="0"/>
                  </a:lnTo>
                  <a:lnTo>
                    <a:pt x="4554122" y="2446863"/>
                  </a:lnTo>
                  <a:lnTo>
                    <a:pt x="0" y="24468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3825" cap="sq" cmpd="sng">
              <a:solidFill>
                <a:srgbClr val="BCFFB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6" name="Google Shape;96;p14">
              <a:extLst>
                <a:ext uri="{FF2B5EF4-FFF2-40B4-BE49-F238E27FC236}">
                  <a16:creationId xmlns:a16="http://schemas.microsoft.com/office/drawing/2014/main" id="{F8FD511D-33A1-DC91-B8E4-7A69D9899E56}"/>
                </a:ext>
              </a:extLst>
            </p:cNvPr>
            <p:cNvSpPr txBox="1"/>
            <p:nvPr/>
          </p:nvSpPr>
          <p:spPr>
            <a:xfrm>
              <a:off x="0" y="-38100"/>
              <a:ext cx="4554123" cy="24849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8" name="Google Shape;98;p14">
            <a:extLst>
              <a:ext uri="{FF2B5EF4-FFF2-40B4-BE49-F238E27FC236}">
                <a16:creationId xmlns:a16="http://schemas.microsoft.com/office/drawing/2014/main" id="{0D602582-4D52-63E9-7F26-30A0A25D900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03721" y="3380592"/>
            <a:ext cx="3185775" cy="318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>
            <a:extLst>
              <a:ext uri="{FF2B5EF4-FFF2-40B4-BE49-F238E27FC236}">
                <a16:creationId xmlns:a16="http://schemas.microsoft.com/office/drawing/2014/main" id="{739D01CF-F0A8-793D-7C47-EAA4BDBD08F6}"/>
              </a:ext>
            </a:extLst>
          </p:cNvPr>
          <p:cNvSpPr txBox="1"/>
          <p:nvPr/>
        </p:nvSpPr>
        <p:spPr>
          <a:xfrm>
            <a:off x="1697662" y="1096299"/>
            <a:ext cx="14892600" cy="1702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60" b="1" i="0" u="none" strike="noStrike" cap="none" dirty="0">
                <a:solidFill>
                  <a:srgbClr val="BCFFB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TESTES</a:t>
            </a:r>
            <a:endParaRPr sz="3700" dirty="0"/>
          </a:p>
        </p:txBody>
      </p:sp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23DC761A-8948-27BD-D547-D4B5EF60654E}"/>
              </a:ext>
            </a:extLst>
          </p:cNvPr>
          <p:cNvSpPr txBox="1"/>
          <p:nvPr/>
        </p:nvSpPr>
        <p:spPr>
          <a:xfrm>
            <a:off x="5944084" y="6795865"/>
            <a:ext cx="6399900" cy="639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99" b="1" i="0" u="none" strike="noStrike" cap="none" dirty="0">
                <a:solidFill>
                  <a:srgbClr val="FF779A"/>
                </a:solidFill>
                <a:latin typeface="Blinker"/>
                <a:ea typeface="Blinker"/>
                <a:cs typeface="Blinker"/>
                <a:sym typeface="Blinker"/>
              </a:rPr>
              <a:t>CYPRESS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F973035-98A7-F96A-B1E1-FFADE663C6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7323" y="3844194"/>
            <a:ext cx="2258570" cy="2258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598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31</Words>
  <Application>Microsoft Office PowerPoint</Application>
  <PresentationFormat>Personalizar</PresentationFormat>
  <Paragraphs>17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2" baseType="lpstr">
      <vt:lpstr>League Spartan ExtraBold</vt:lpstr>
      <vt:lpstr>League Spartan</vt:lpstr>
      <vt:lpstr>Blinker</vt:lpstr>
      <vt:lpstr>Calibri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Gemeos</dc:creator>
  <cp:lastModifiedBy>LUCAS JOSE DE ALMEIDA MOURA</cp:lastModifiedBy>
  <cp:revision>3</cp:revision>
  <dcterms:modified xsi:type="dcterms:W3CDTF">2026-08-12T12:54:42Z</dcterms:modified>
</cp:coreProperties>
</file>