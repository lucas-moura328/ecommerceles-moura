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276" r:id="rId3"/>
    <p:sldId id="280" r:id="rId4"/>
  </p:sldIdLst>
  <p:sldSz cx="18288000" cy="10287000"/>
  <p:notesSz cx="6858000" cy="9144000"/>
  <p:embeddedFontLst>
    <p:embeddedFont>
      <p:font typeface="Blinker" panose="020B0604020202020204" charset="0"/>
      <p:bold r:id="rId6"/>
    </p:embeddedFont>
    <p:embeddedFont>
      <p:font typeface="League Spartan" panose="020B0604020202020204" charset="0"/>
      <p:bold r:id="rId7"/>
    </p:embeddedFont>
    <p:embeddedFont>
      <p:font typeface="League Spartan ExtraBold" panose="020B0604020202020204" charset="0"/>
      <p:bold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8FFF"/>
    <a:srgbClr val="BCFFB9"/>
    <a:srgbClr val="343F7F"/>
    <a:srgbClr val="FF779A"/>
    <a:srgbClr val="92E4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9A0B9CA-3001-4300-81F6-6C451510DCC4}">
  <a:tblStyle styleId="{89A0B9CA-3001-4300-81F6-6C451510DCC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69" autoAdjust="0"/>
    <p:restoredTop sz="94660"/>
  </p:normalViewPr>
  <p:slideViewPr>
    <p:cSldViewPr snapToGrid="0">
      <p:cViewPr varScale="1">
        <p:scale>
          <a:sx n="69" d="100"/>
          <a:sy n="69" d="100"/>
        </p:scale>
        <p:origin x="1038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922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>
          <a:extLst>
            <a:ext uri="{FF2B5EF4-FFF2-40B4-BE49-F238E27FC236}">
              <a16:creationId xmlns:a16="http://schemas.microsoft.com/office/drawing/2014/main" id="{D7E839B0-1C95-51C4-9CEA-5977779EE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6:notes">
            <a:extLst>
              <a:ext uri="{FF2B5EF4-FFF2-40B4-BE49-F238E27FC236}">
                <a16:creationId xmlns:a16="http://schemas.microsoft.com/office/drawing/2014/main" id="{B9AEE057-00C3-D250-CA9A-BFEC29C47A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6:notes">
            <a:extLst>
              <a:ext uri="{FF2B5EF4-FFF2-40B4-BE49-F238E27FC236}">
                <a16:creationId xmlns:a16="http://schemas.microsoft.com/office/drawing/2014/main" id="{D8D216EE-B44B-01F0-A4C3-997030828C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88130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F7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8238" y="-2054800"/>
            <a:ext cx="5597799" cy="538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206612" y="6689163"/>
            <a:ext cx="7373674" cy="707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-499471" y="-1959550"/>
            <a:ext cx="18708941" cy="155573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5397600" y="3183556"/>
            <a:ext cx="7492800" cy="1831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i="0" u="none" strike="noStrike" cap="none" dirty="0">
                <a:solidFill>
                  <a:srgbClr val="343F7F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MOURA</a:t>
            </a:r>
            <a:endParaRPr sz="10000" dirty="0">
              <a:solidFill>
                <a:srgbClr val="343F7F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4504099" y="5142068"/>
            <a:ext cx="8701800" cy="132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53" dirty="0">
                <a:solidFill>
                  <a:srgbClr val="FF779A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CAMISETAS</a:t>
            </a:r>
            <a:endParaRPr sz="2400" dirty="0">
              <a:solidFill>
                <a:srgbClr val="FF779A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4920252" y="6689163"/>
            <a:ext cx="7869494" cy="63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99" b="1" dirty="0">
                <a:solidFill>
                  <a:srgbClr val="343F7F"/>
                </a:solidFill>
                <a:latin typeface="Blinker"/>
                <a:sym typeface="Blinker"/>
              </a:rPr>
              <a:t>LUCAS JOSÉ DE ALMEIDA MOURA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F7F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1" name="Google Shape;541;p30"/>
          <p:cNvGrpSpPr/>
          <p:nvPr/>
        </p:nvGrpSpPr>
        <p:grpSpPr>
          <a:xfrm>
            <a:off x="498282" y="391350"/>
            <a:ext cx="17291434" cy="9435095"/>
            <a:chOff x="0" y="-38100"/>
            <a:chExt cx="4554123" cy="2484963"/>
          </a:xfrm>
        </p:grpSpPr>
        <p:sp>
          <p:nvSpPr>
            <p:cNvPr id="542" name="Google Shape;542;p30"/>
            <p:cNvSpPr/>
            <p:nvPr/>
          </p:nvSpPr>
          <p:spPr>
            <a:xfrm>
              <a:off x="0" y="0"/>
              <a:ext cx="4554122" cy="2446863"/>
            </a:xfrm>
            <a:custGeom>
              <a:avLst/>
              <a:gdLst/>
              <a:ahLst/>
              <a:cxnLst/>
              <a:rect l="l" t="t" r="r" b="b"/>
              <a:pathLst>
                <a:path w="4554122" h="2446863" extrusionOk="0">
                  <a:moveTo>
                    <a:pt x="0" y="0"/>
                  </a:moveTo>
                  <a:lnTo>
                    <a:pt x="4554122" y="0"/>
                  </a:lnTo>
                  <a:lnTo>
                    <a:pt x="4554122" y="2446863"/>
                  </a:lnTo>
                  <a:lnTo>
                    <a:pt x="0" y="244686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3825" cap="sq" cmpd="sng">
              <a:solidFill>
                <a:srgbClr val="BCFFB9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43" name="Google Shape;543;p30"/>
            <p:cNvSpPr txBox="1"/>
            <p:nvPr/>
          </p:nvSpPr>
          <p:spPr>
            <a:xfrm>
              <a:off x="0" y="-38100"/>
              <a:ext cx="4554123" cy="24849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44" name="Google Shape;54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5200" y="5594050"/>
            <a:ext cx="10831351" cy="64770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30"/>
          <p:cNvSpPr txBox="1"/>
          <p:nvPr/>
        </p:nvSpPr>
        <p:spPr>
          <a:xfrm>
            <a:off x="2455652" y="1407146"/>
            <a:ext cx="13376695" cy="1218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 dirty="0">
                <a:solidFill>
                  <a:srgbClr val="FDED8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SOBRE O E-COMMERCE</a:t>
            </a:r>
            <a:endParaRPr lang="en-US" sz="7200" dirty="0"/>
          </a:p>
        </p:txBody>
      </p:sp>
      <p:sp>
        <p:nvSpPr>
          <p:cNvPr id="547" name="Google Shape;547;p30"/>
          <p:cNvSpPr txBox="1"/>
          <p:nvPr/>
        </p:nvSpPr>
        <p:spPr>
          <a:xfrm>
            <a:off x="4517568" y="3497076"/>
            <a:ext cx="9252857" cy="2223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41" b="1" i="0" u="none" strike="noStrike" cap="none" dirty="0">
                <a:solidFill>
                  <a:srgbClr val="FFFFFF"/>
                </a:solidFill>
                <a:latin typeface="Blinker"/>
                <a:ea typeface="Blinker"/>
                <a:cs typeface="Blinker"/>
                <a:sym typeface="Blinker"/>
              </a:rPr>
              <a:t>Site de e-commerce voltada à venda de camisetas masculinas e femininas com diferentes cores e tamanhos com foco nas estampas.</a:t>
            </a:r>
            <a:endParaRPr lang="en-US" dirty="0"/>
          </a:p>
        </p:txBody>
      </p:sp>
      <p:pic>
        <p:nvPicPr>
          <p:cNvPr id="552" name="Google Shape;552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851959" y="-4999421"/>
            <a:ext cx="8267026" cy="8749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3990980" y="5975045"/>
            <a:ext cx="8267026" cy="8749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162000" y="-1730275"/>
            <a:ext cx="9988526" cy="59730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87058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43F7F"/>
        </a:solidFill>
        <a:effectLst/>
      </p:bgPr>
    </p:bg>
    <p:spTree>
      <p:nvGrpSpPr>
        <p:cNvPr id="1" name="Shape 475">
          <a:extLst>
            <a:ext uri="{FF2B5EF4-FFF2-40B4-BE49-F238E27FC236}">
              <a16:creationId xmlns:a16="http://schemas.microsoft.com/office/drawing/2014/main" id="{C61B2CB2-ABAB-DA18-B9A7-4AB652444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6" name="Google Shape;476;p27">
            <a:extLst>
              <a:ext uri="{FF2B5EF4-FFF2-40B4-BE49-F238E27FC236}">
                <a16:creationId xmlns:a16="http://schemas.microsoft.com/office/drawing/2014/main" id="{B9996A41-F1FD-B936-A8D4-F9E5153CC9F3}"/>
              </a:ext>
            </a:extLst>
          </p:cNvPr>
          <p:cNvGrpSpPr/>
          <p:nvPr/>
        </p:nvGrpSpPr>
        <p:grpSpPr>
          <a:xfrm>
            <a:off x="498283" y="353622"/>
            <a:ext cx="17291434" cy="9435095"/>
            <a:chOff x="0" y="-38100"/>
            <a:chExt cx="4554123" cy="2484963"/>
          </a:xfrm>
        </p:grpSpPr>
        <p:sp>
          <p:nvSpPr>
            <p:cNvPr id="477" name="Google Shape;477;p27">
              <a:extLst>
                <a:ext uri="{FF2B5EF4-FFF2-40B4-BE49-F238E27FC236}">
                  <a16:creationId xmlns:a16="http://schemas.microsoft.com/office/drawing/2014/main" id="{5EFA0D6B-D6F0-171A-FFA7-F25893214955}"/>
                </a:ext>
              </a:extLst>
            </p:cNvPr>
            <p:cNvSpPr/>
            <p:nvPr/>
          </p:nvSpPr>
          <p:spPr>
            <a:xfrm>
              <a:off x="0" y="0"/>
              <a:ext cx="4554122" cy="2446863"/>
            </a:xfrm>
            <a:custGeom>
              <a:avLst/>
              <a:gdLst/>
              <a:ahLst/>
              <a:cxnLst/>
              <a:rect l="l" t="t" r="r" b="b"/>
              <a:pathLst>
                <a:path w="4554122" h="2446863" extrusionOk="0">
                  <a:moveTo>
                    <a:pt x="0" y="0"/>
                  </a:moveTo>
                  <a:lnTo>
                    <a:pt x="4554122" y="0"/>
                  </a:lnTo>
                  <a:lnTo>
                    <a:pt x="4554122" y="2446863"/>
                  </a:lnTo>
                  <a:lnTo>
                    <a:pt x="0" y="244686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3825" cap="sq" cmpd="sng">
              <a:solidFill>
                <a:srgbClr val="BCFFB9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8" name="Google Shape;478;p27">
              <a:extLst>
                <a:ext uri="{FF2B5EF4-FFF2-40B4-BE49-F238E27FC236}">
                  <a16:creationId xmlns:a16="http://schemas.microsoft.com/office/drawing/2014/main" id="{63EA8496-2629-B986-5DCB-661891E13C43}"/>
                </a:ext>
              </a:extLst>
            </p:cNvPr>
            <p:cNvSpPr txBox="1"/>
            <p:nvPr/>
          </p:nvSpPr>
          <p:spPr>
            <a:xfrm>
              <a:off x="0" y="-38100"/>
              <a:ext cx="4554123" cy="24849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9" name="Google Shape;479;p27">
            <a:extLst>
              <a:ext uri="{FF2B5EF4-FFF2-40B4-BE49-F238E27FC236}">
                <a16:creationId xmlns:a16="http://schemas.microsoft.com/office/drawing/2014/main" id="{32855101-CCB3-8B3C-E768-F96B526A6A00}"/>
              </a:ext>
            </a:extLst>
          </p:cNvPr>
          <p:cNvGrpSpPr/>
          <p:nvPr/>
        </p:nvGrpSpPr>
        <p:grpSpPr>
          <a:xfrm>
            <a:off x="2354873" y="2982403"/>
            <a:ext cx="14027997" cy="6027829"/>
            <a:chOff x="0" y="-38100"/>
            <a:chExt cx="3851033" cy="1654788"/>
          </a:xfrm>
        </p:grpSpPr>
        <p:sp>
          <p:nvSpPr>
            <p:cNvPr id="480" name="Google Shape;480;p27">
              <a:extLst>
                <a:ext uri="{FF2B5EF4-FFF2-40B4-BE49-F238E27FC236}">
                  <a16:creationId xmlns:a16="http://schemas.microsoft.com/office/drawing/2014/main" id="{C34BB61F-DFA9-2DA6-F520-1852C924D903}"/>
                </a:ext>
              </a:extLst>
            </p:cNvPr>
            <p:cNvSpPr/>
            <p:nvPr/>
          </p:nvSpPr>
          <p:spPr>
            <a:xfrm>
              <a:off x="0" y="0"/>
              <a:ext cx="3851033" cy="1616688"/>
            </a:xfrm>
            <a:custGeom>
              <a:avLst/>
              <a:gdLst/>
              <a:ahLst/>
              <a:cxnLst/>
              <a:rect l="l" t="t" r="r" b="b"/>
              <a:pathLst>
                <a:path w="3851033" h="1616688" extrusionOk="0">
                  <a:moveTo>
                    <a:pt x="0" y="0"/>
                  </a:moveTo>
                  <a:lnTo>
                    <a:pt x="3851033" y="0"/>
                  </a:lnTo>
                  <a:lnTo>
                    <a:pt x="3851033" y="1616688"/>
                  </a:lnTo>
                  <a:lnTo>
                    <a:pt x="0" y="161668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52400" cap="sq" cmpd="sng">
              <a:solidFill>
                <a:srgbClr val="FFF475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81" name="Google Shape;481;p27">
              <a:extLst>
                <a:ext uri="{FF2B5EF4-FFF2-40B4-BE49-F238E27FC236}">
                  <a16:creationId xmlns:a16="http://schemas.microsoft.com/office/drawing/2014/main" id="{B9EF183D-25BC-41BD-CC60-04D36C853383}"/>
                </a:ext>
              </a:extLst>
            </p:cNvPr>
            <p:cNvSpPr txBox="1"/>
            <p:nvPr/>
          </p:nvSpPr>
          <p:spPr>
            <a:xfrm>
              <a:off x="0" y="-38100"/>
              <a:ext cx="3851033" cy="16547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" name="Google Shape;482;p27">
            <a:extLst>
              <a:ext uri="{FF2B5EF4-FFF2-40B4-BE49-F238E27FC236}">
                <a16:creationId xmlns:a16="http://schemas.microsoft.com/office/drawing/2014/main" id="{40A29916-A41B-AC13-BE4A-FF83F0AA92D2}"/>
              </a:ext>
            </a:extLst>
          </p:cNvPr>
          <p:cNvGrpSpPr/>
          <p:nvPr/>
        </p:nvGrpSpPr>
        <p:grpSpPr>
          <a:xfrm>
            <a:off x="1728761" y="2495252"/>
            <a:ext cx="14027997" cy="6027829"/>
            <a:chOff x="0" y="-38100"/>
            <a:chExt cx="3851033" cy="1654788"/>
          </a:xfrm>
        </p:grpSpPr>
        <p:sp>
          <p:nvSpPr>
            <p:cNvPr id="483" name="Google Shape;483;p27">
              <a:extLst>
                <a:ext uri="{FF2B5EF4-FFF2-40B4-BE49-F238E27FC236}">
                  <a16:creationId xmlns:a16="http://schemas.microsoft.com/office/drawing/2014/main" id="{B5AD9938-5236-4FB3-FC3A-1A80F6C51129}"/>
                </a:ext>
              </a:extLst>
            </p:cNvPr>
            <p:cNvSpPr/>
            <p:nvPr/>
          </p:nvSpPr>
          <p:spPr>
            <a:xfrm>
              <a:off x="0" y="0"/>
              <a:ext cx="3851033" cy="1616688"/>
            </a:xfrm>
            <a:custGeom>
              <a:avLst/>
              <a:gdLst/>
              <a:ahLst/>
              <a:cxnLst/>
              <a:rect l="l" t="t" r="r" b="b"/>
              <a:pathLst>
                <a:path w="3851033" h="1616688" extrusionOk="0">
                  <a:moveTo>
                    <a:pt x="0" y="0"/>
                  </a:moveTo>
                  <a:lnTo>
                    <a:pt x="3851033" y="0"/>
                  </a:lnTo>
                  <a:lnTo>
                    <a:pt x="3851033" y="1616688"/>
                  </a:lnTo>
                  <a:lnTo>
                    <a:pt x="0" y="1616688"/>
                  </a:lnTo>
                  <a:close/>
                </a:path>
              </a:pathLst>
            </a:custGeom>
            <a:solidFill>
              <a:srgbClr val="92E4EB"/>
            </a:solidFill>
            <a:ln>
              <a:noFill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84" name="Google Shape;484;p27">
              <a:extLst>
                <a:ext uri="{FF2B5EF4-FFF2-40B4-BE49-F238E27FC236}">
                  <a16:creationId xmlns:a16="http://schemas.microsoft.com/office/drawing/2014/main" id="{59A16F88-6E63-2DB0-AE0B-000C31C1A083}"/>
                </a:ext>
              </a:extLst>
            </p:cNvPr>
            <p:cNvSpPr txBox="1"/>
            <p:nvPr/>
          </p:nvSpPr>
          <p:spPr>
            <a:xfrm>
              <a:off x="0" y="-38100"/>
              <a:ext cx="3851033" cy="16547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aphicFrame>
        <p:nvGraphicFramePr>
          <p:cNvPr id="485" name="Google Shape;485;p27">
            <a:extLst>
              <a:ext uri="{FF2B5EF4-FFF2-40B4-BE49-F238E27FC236}">
                <a16:creationId xmlns:a16="http://schemas.microsoft.com/office/drawing/2014/main" id="{786938B6-625A-D67A-C441-A82DBDBFE5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4871095"/>
              </p:ext>
            </p:extLst>
          </p:nvPr>
        </p:nvGraphicFramePr>
        <p:xfrm>
          <a:off x="1911927" y="2787168"/>
          <a:ext cx="14151315" cy="5867999"/>
        </p:xfrm>
        <a:graphic>
          <a:graphicData uri="http://schemas.openxmlformats.org/drawingml/2006/table">
            <a:tbl>
              <a:tblPr>
                <a:noFill/>
                <a:tableStyleId>{89A0B9CA-3001-4300-81F6-6C451510DCC4}</a:tableStyleId>
              </a:tblPr>
              <a:tblGrid>
                <a:gridCol w="22343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0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60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75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99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700" b="1" u="none" strike="noStrike" cap="none" dirty="0">
                          <a:solidFill>
                            <a:srgbClr val="FFFFFF"/>
                          </a:solidFill>
                          <a:latin typeface="Blinker"/>
                          <a:ea typeface="Blinker"/>
                          <a:cs typeface="Blinker"/>
                          <a:sym typeface="Blinker"/>
                        </a:rPr>
                        <a:t>FRONT-END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ANGULAR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TYPESCRIPT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TAILWIND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5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99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700" b="1" u="none" strike="noStrike" cap="none" dirty="0">
                          <a:solidFill>
                            <a:srgbClr val="FFFFFF"/>
                          </a:solidFill>
                          <a:latin typeface="Blinker"/>
                          <a:ea typeface="Blinker"/>
                          <a:cs typeface="Blinker"/>
                          <a:sym typeface="Blinker"/>
                        </a:rPr>
                        <a:t>BACK-END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7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C#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7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.NET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79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77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5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996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700" b="1" u="none" strike="noStrike" cap="none" dirty="0">
                          <a:solidFill>
                            <a:srgbClr val="FFFFFF"/>
                          </a:solidFill>
                          <a:latin typeface="Blinker"/>
                          <a:ea typeface="Blinker"/>
                          <a:cs typeface="Blinker"/>
                          <a:sym typeface="Blinker"/>
                        </a:rPr>
                        <a:t>IA</a:t>
                      </a:r>
                      <a:endParaRPr lang="en-US"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3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200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GITHUB COPILOT</a:t>
                      </a:r>
                      <a:r>
                        <a:rPr lang="en-US" sz="1200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(DEV IA BACK)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3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WINDSURF</a:t>
                      </a:r>
                      <a:r>
                        <a:rPr lang="en-US" sz="1200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(DEV IA FRONT)</a:t>
                      </a:r>
                      <a:endParaRPr sz="12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3F7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CHATGPT</a:t>
                      </a:r>
                      <a:r>
                        <a:rPr lang="en-US" sz="1200" u="none" strike="noStrike" cap="none" dirty="0">
                          <a:solidFill>
                            <a:srgbClr val="FFFFFF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(CHATBOT)</a:t>
                      </a:r>
                      <a:endParaRPr sz="12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343F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549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3998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929" b="1" u="none" strike="noStrike" cap="none" dirty="0">
                          <a:solidFill>
                            <a:srgbClr val="FFFFFF"/>
                          </a:solidFill>
                          <a:latin typeface="Blinker"/>
                          <a:ea typeface="Blinker"/>
                          <a:cs typeface="Blinker"/>
                          <a:sym typeface="Blinker"/>
                        </a:rPr>
                        <a:t>OUTROS</a:t>
                      </a: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chemeClr val="bg1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SQL SERVER</a:t>
                      </a:r>
                      <a:endParaRPr sz="11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545" u="none" strike="noStrike" cap="none" dirty="0">
                          <a:solidFill>
                            <a:schemeClr val="bg1"/>
                          </a:solidFill>
                          <a:latin typeface="League Spartan"/>
                          <a:ea typeface="League Spartan"/>
                          <a:cs typeface="League Spartan"/>
                          <a:sym typeface="League Spartan"/>
                        </a:rPr>
                        <a:t>CYPRESS</a:t>
                      </a:r>
                      <a:endParaRPr sz="11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/>
                    </a:p>
                  </a:txBody>
                  <a:tcPr marL="182775" marR="182775" marT="182775" marB="182775" anchor="ctr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8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6" name="Google Shape;486;p27">
            <a:extLst>
              <a:ext uri="{FF2B5EF4-FFF2-40B4-BE49-F238E27FC236}">
                <a16:creationId xmlns:a16="http://schemas.microsoft.com/office/drawing/2014/main" id="{7CB210EB-9F2B-B604-8EF1-6B0635434D35}"/>
              </a:ext>
            </a:extLst>
          </p:cNvPr>
          <p:cNvSpPr txBox="1"/>
          <p:nvPr/>
        </p:nvSpPr>
        <p:spPr>
          <a:xfrm>
            <a:off x="3842105" y="843462"/>
            <a:ext cx="10603800" cy="15535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177" i="0" u="none" strike="noStrike" cap="none" dirty="0">
                <a:solidFill>
                  <a:srgbClr val="FDED8F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TECNOLOGIAS</a:t>
            </a:r>
            <a:endParaRPr sz="3400" dirty="0"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pic>
        <p:nvPicPr>
          <p:cNvPr id="487" name="Google Shape;487;p27">
            <a:extLst>
              <a:ext uri="{FF2B5EF4-FFF2-40B4-BE49-F238E27FC236}">
                <a16:creationId xmlns:a16="http://schemas.microsoft.com/office/drawing/2014/main" id="{D30F0EA1-3A3D-0348-2144-B0EDD20C6C5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78525" y="-5831100"/>
            <a:ext cx="8693699" cy="8693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27">
            <a:extLst>
              <a:ext uri="{FF2B5EF4-FFF2-40B4-BE49-F238E27FC236}">
                <a16:creationId xmlns:a16="http://schemas.microsoft.com/office/drawing/2014/main" id="{3E04E081-2F95-8D50-2028-362DFD5F4D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322496" y="7978503"/>
            <a:ext cx="8693699" cy="86936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89343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63</Words>
  <Application>Microsoft Office PowerPoint</Application>
  <PresentationFormat>Personalizar</PresentationFormat>
  <Paragraphs>20</Paragraphs>
  <Slides>3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9" baseType="lpstr">
      <vt:lpstr>Blinker</vt:lpstr>
      <vt:lpstr>Calibri</vt:lpstr>
      <vt:lpstr>League Spartan ExtraBold</vt:lpstr>
      <vt:lpstr>Arial</vt:lpstr>
      <vt:lpstr>League Spartan</vt:lpstr>
      <vt:lpstr>Office Theme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Gemeos</dc:creator>
  <cp:lastModifiedBy>LUCAS JOSE DE ALMEIDA MOURA</cp:lastModifiedBy>
  <cp:revision>3</cp:revision>
  <dcterms:modified xsi:type="dcterms:W3CDTF">2026-08-18T17:44:51Z</dcterms:modified>
</cp:coreProperties>
</file>